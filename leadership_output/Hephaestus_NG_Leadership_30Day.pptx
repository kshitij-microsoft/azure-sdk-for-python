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Hephaestus NG — 30-Day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March 10 – April 9, 2026  |  East US 2 &amp; Sweden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</a:defRPr>
            </a:pPr>
            <a:r>
              <a:t>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Metrics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91,371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Total NG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46120" y="1325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56,758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ChatStream 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325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34,613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ColdStart 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18872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325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CCCCC"/>
                </a:solidFill>
              </a:defRPr>
            </a:pPr>
            <a:r>
              <a:t>952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V2 Requests (5 days)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63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15,453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Unique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3063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~700/day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Avg Weekday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3063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</a:defRPr>
            </a:pPr>
            <a:r>
              <a:t>~100%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Success Rate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92608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063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~5-6s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P95 Latency (typ.)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~6-8s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406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P99 TTFB (typ.)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466344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83%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54406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East US 2 Traffic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466344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17%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54406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Sweden Central Traffic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663440"/>
            <a:ext cx="2377440" cy="13716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800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</a:defRPr>
            </a:pPr>
            <a:r>
              <a:t>62%/38%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44067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ChatStream / ColdStart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Request Volume &amp; Distribution</a:t>
            </a:r>
          </a:p>
        </p:txBody>
      </p:sp>
      <p:pic>
        <p:nvPicPr>
          <p:cNvPr id="3" name="Picture 2" descr="daily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772400" cy="3657600"/>
          </a:xfrm>
          <a:prstGeom prst="rect">
            <a:avLst/>
          </a:prstGeom>
        </p:spPr>
      </p:pic>
      <p:pic>
        <p:nvPicPr>
          <p:cNvPr id="4" name="Picture 3" descr="region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822960"/>
            <a:ext cx="3657600" cy="2743200"/>
          </a:xfrm>
          <a:prstGeom prst="rect">
            <a:avLst/>
          </a:prstGeom>
        </p:spPr>
      </p:pic>
      <p:pic>
        <p:nvPicPr>
          <p:cNvPr id="5" name="Picture 4" descr="type_p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User Adoption &amp; Engagement</a:t>
            </a:r>
          </a:p>
        </p:txBody>
      </p:sp>
      <p:pic>
        <p:nvPicPr>
          <p:cNvPr id="3" name="Picture 2" descr="daily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2296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📊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6459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15,453 unique users (30 days)</a:t>
            </a:r>
            <a:br/>
            <a:r>
              <a:t>• ~700 daily active (weekdays)</a:t>
            </a:r>
            <a:br/>
            <a:r>
              <a:t>• ~235 daily active (weekends)</a:t>
            </a:r>
            <a:br/>
            <a:r>
              <a:t>• Peak: 799 users (Mar 12)</a:t>
            </a:r>
            <a:br/>
            <a:r>
              <a:t>• Clear weekday/weekend pattern</a:t>
            </a:r>
            <a:br/>
            <a:r>
              <a:t>• Consistent WoW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</a:defRPr>
            </a:pPr>
            <a:r>
              <a:t>SLO Performance</a:t>
            </a:r>
          </a:p>
        </p:txBody>
      </p:sp>
      <p:pic>
        <p:nvPicPr>
          <p:cNvPr id="3" name="Picture 2" descr="success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7772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822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</a:defRPr>
            </a:pPr>
            <a:r>
              <a:t>SLO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t>✅ Success Rate: ~100%</a:t>
            </a:r>
            <a:br/>
            <a:r>
              <a:t>     (Min: 99.88%, Max: 100.64%)</a:t>
            </a:r>
            <a:br/>
            <a:br/>
            <a:r>
              <a:t>✅ P95 Latency: 5–6s (typical)</a:t>
            </a:r>
            <a:br/>
            <a:r>
              <a:t>     (Best: 3.3s, Worst: 8.4s)</a:t>
            </a:r>
            <a:br/>
            <a:br/>
            <a:r>
              <a:t>⚠️ P99 TTFB: 6–8s (typical)</a:t>
            </a:r>
            <a:br/>
            <a:r>
              <a:t>     (Spikes to ~100s — timeout</a:t>
            </a:r>
            <a:br/>
            <a:r>
              <a:t>      retries at 99th percentile)</a:t>
            </a:r>
            <a:br/>
            <a:br/>
            <a:r>
              <a:t>📌 Only 3 of 31 days had success</a:t>
            </a:r>
            <a:br/>
            <a:r>
              <a:t>     rate marginally below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Latency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P95 Latency: Consistently in the 5–6 second range across both regions. P99 TTFB: Typically 6–8s, with occasional spikes to ~100s due to cold-start timeout retries hitting the 99th percentile — these are expected outliers and do not impact the majority of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📈 Strong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91K+ requests from 15,453 unique users in 30 days with consistent weekday engagement (~700 DAU).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🌍 Multi-Region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83% East US 2, 17% Sweden Central — healthy geo-distribution with both regions fully operational.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✅ Near-Perfect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~100% daily success rate across the entire 30-day window. Only 3 days marginally below 100%.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⚡ Healthy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P95 latency steady at 5–6s. P99 TTFB at 6–8s with explainable outlier spikes from cold-start retries.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🔄 V2 → NG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V2 traffic is minimal (~952 req/5 days) compared to NG's 91K — migration is effectively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