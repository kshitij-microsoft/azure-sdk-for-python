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Hephaestus NG — 30-Day Dashboard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March 10 – April 9, 2026  |  East US 2 &amp; Sweden Central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5029200" cy="3474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</a:defRPr>
            </a:pPr>
            <a:r>
              <a:t>AskAI Service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Manager:  Nupur Kinger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CCCCCC"/>
                </a:solidFill>
              </a:defRPr>
            </a:pPr>
            <a:r>
              <a:t>Team Members:</a:t>
            </a:r>
          </a:p>
          <a:p>
            <a:pPr algn="l">
              <a:defRPr sz="1300">
                <a:solidFill>
                  <a:srgbClr val="CCCCCC"/>
                </a:solidFill>
              </a:defRPr>
            </a:pPr>
            <a:r>
              <a:t>  •  Amit Chauhan</a:t>
            </a:r>
          </a:p>
          <a:p>
            <a:pPr algn="l">
              <a:defRPr sz="1300">
                <a:solidFill>
                  <a:srgbClr val="CCCCCC"/>
                </a:solidFill>
              </a:defRPr>
            </a:pPr>
            <a:r>
              <a:t>  •  Mohammed Sheraj</a:t>
            </a:r>
          </a:p>
          <a:p>
            <a:pPr algn="l">
              <a:defRPr sz="1300">
                <a:solidFill>
                  <a:srgbClr val="CCCCCC"/>
                </a:solidFill>
              </a:defRPr>
            </a:pPr>
            <a:r>
              <a:t>  •  Kshitij Chawla</a:t>
            </a:r>
          </a:p>
          <a:p>
            <a:pPr algn="l">
              <a:defRPr sz="1300">
                <a:solidFill>
                  <a:srgbClr val="CCCCCC"/>
                </a:solidFill>
              </a:defRPr>
            </a:pPr>
            <a:r>
              <a:t>  •  Ayushh Garg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📊  In This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63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•  Request Volume &amp; Trends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•  User Adoption &amp; Engagement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•  SLO Performance (Success Rate &amp; Latency)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•  V2 → NG Migration Status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•  Key Takeaways &amp; Next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Metrics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91,371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Total NG Requests (30d)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18872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2984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15,453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Unique Users (30d)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18872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59" y="12984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~700/day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Avg Weekday DAU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18872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2984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</a:defRPr>
            </a:pPr>
            <a:r>
              <a:t>96.5%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Avg Success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3580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~5–6s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03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P95 Latency (typical)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92608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03580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~6–8s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03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P99 TTFB (typical)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92608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59" y="303580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83% / 17%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59" y="3703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East US 2 / Sweden Central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292608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9" y="303580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99999"/>
                </a:solidFill>
              </a:defRPr>
            </a:pPr>
            <a:r>
              <a:t>1,319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3703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V2 Requests (30d)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NG handles 98.6% of all traffic (91,371 NG vs 1,319 V2) — migration is effectively complete.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120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Success rate: Avg 96.5% | Min 83.14% (Apr 13) | Max 98.8% (Mar 29). Apr 13 East US 2 dip (79.7%) under investigation.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Request Volume &amp; Regional Distribution</a:t>
            </a:r>
          </a:p>
        </p:txBody>
      </p:sp>
      <p:pic>
        <p:nvPicPr>
          <p:cNvPr id="3" name="Picture 2" descr="chart_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046720" cy="3840480"/>
          </a:xfrm>
          <a:prstGeom prst="rect">
            <a:avLst/>
          </a:prstGeom>
        </p:spPr>
      </p:pic>
      <p:pic>
        <p:nvPicPr>
          <p:cNvPr id="4" name="Picture 3" descr="chart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22960"/>
            <a:ext cx="338328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35661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Key Observations: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91,371 total requests (30d)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~3,600 avg daily (weekdays)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~1,400 avg daily (weekends)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East US 2 carries 83% of load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Lighter bars = weekend 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User Adoption &amp; Engagement</a:t>
            </a:r>
          </a:p>
        </p:txBody>
      </p:sp>
      <p:pic>
        <p:nvPicPr>
          <p:cNvPr id="3" name="Picture 2" descr="chart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04672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9144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📊 User Highlights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15,453 unique users (30d)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~700 DAU (weekdays)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~235 DAU (weekends)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Peak: 799 users (Mar 12)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Consistent WoW pattern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Shaded areas = weekends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36576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🔍 Pending Analysis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User retention (new vs returning)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% of NG users within total AskAI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(KQL queries in appendix)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SLO Performance</a:t>
            </a:r>
          </a:p>
        </p:txBody>
      </p:sp>
      <p:pic>
        <p:nvPicPr>
          <p:cNvPr id="3" name="Picture 2" descr="chart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77724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82296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SLO Summary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✅ Avg Success Rate: 96.5%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EUS2 avg: ~97% | SC avg: ~97%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Min: 83.14% (Apr 13)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⚠️ Apr 13 EUS2 dip: 79.7%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✅ P95 Latency: 5–6s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Best: 3.3s  Worst: 8.4s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⚠️  P99 TTFB: 6–8s (typical)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Spikes to ~100s (cold-start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retries at 99th percentile)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P95 Latency Details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Consistently 5,000–6,000 ms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Best: ~3,336 ms (Mar 11)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Worst: ~8,423 ms (Mar 14)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Within acceptable thresholds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3657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P99 TTFB Details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Typically 6,000–8,000 ms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Periodic spikes to ~100–109s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Caused by cold-start timeout retries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Affects &lt;1% of requests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Action: Monitor &amp; optimize cold-start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Data source: tile bd391155. Weighted combined = 83% EUS2 + 17% SC. Avg: 96.5% | Min: 83.14% | Max: 98.8%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V2 → NG Migration Status</a:t>
            </a:r>
          </a:p>
        </p:txBody>
      </p:sp>
      <p:pic>
        <p:nvPicPr>
          <p:cNvPr id="3" name="Picture 2" descr="chart_v2_vs_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411480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82296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Migration Summary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• NG Requests (30d):  91,371   (98.6%)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• V2 Requests (30d):  1,319     (1.4%)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• V2 traffic is sporadic &amp; declining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• Several days with zero V2 requests (Mar 24–Apr 1)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• Migration to NG is effectively complete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V2 Daily Breakdown: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4114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  Mar 16: 72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17: 69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18: 61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19: 53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20: 79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21: 9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22: 3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23: 21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Apr 02: 232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Apr 03: 230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Apr 04: 125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Apr 05: 104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Apr 06: 261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4114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99999"/>
                </a:solidFill>
              </a:defRPr>
            </a:pPr>
            <a:r>
              <a:t>Data Source:</a:t>
            </a:r>
          </a:p>
          <a:p>
            <a:pPr algn="l">
              <a:defRPr sz="900">
                <a:solidFill>
                  <a:srgbClr val="999999"/>
                </a:solidFill>
              </a:defRPr>
            </a:pPr>
            <a:r>
              <a:t>Traces table query filtering</a:t>
            </a:r>
          </a:p>
          <a:p>
            <a:pPr algn="l">
              <a:defRPr sz="900">
                <a:solidFill>
                  <a:srgbClr val="999999"/>
                </a:solidFill>
              </a:defRPr>
            </a:pPr>
            <a:r>
              <a:t>message contains</a:t>
            </a:r>
          </a:p>
          <a:p>
            <a:pPr algn="l">
              <a:defRPr sz="900">
                <a:solidFill>
                  <a:srgbClr val="999999"/>
                </a:solidFill>
              </a:defRPr>
            </a:pPr>
            <a:r>
              <a:t>"Running for AgentId=triage"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Summary &amp;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📈  Strong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1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91,371 requests from 15,453 unique users in 30 days. ~700 weekday DAU with consistent week-over-week engagement.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🌍  Multi-Region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877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83% East US 2, 17% Sweden Central — healthy geo-distribution with both regions fully operational.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✅  Strong Reliability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478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Avg 96.5% success rate across both regions. EUS2 &amp; SC both averaging ~97%. Apr 13 EUS2 dip (79.7%) under investigation.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⚡  Healthy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079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P95 steady at 5–6s. P99 TTFB at 6–8s with explainable outlier spikes from cold-start retries (&lt;1% of traffic).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🔄  V2 → NG Migration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6811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V2 traffic: 1,319 (1.4%) vs NG: 91,371 (98.6%). Multiple days with zero V2 requests. Migration effectively done.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Appendix: Dashboard Links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</a:defRPr>
            </a:pPr>
            <a:r>
              <a:t>Live Dashboard (Azure Data Explorer):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</a:defRPr>
            </a:pPr>
            <a:r>
              <a:t>Individual Tile Links: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NG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5603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https://dataexplorer.azure.com/dashboards/4584380f-1dcf-43ff-b174-beb56a9a51ea?p-_startTime=30days&amp;p-_endTime=now&amp;p-_env=v-eastus2&amp;p-_env=v-swedencentral&amp;tile=400a95ab-6ff8-4bd4-bbae-18898d1a54a0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V2 Requests (Triage)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8803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https://dataexplorer.azure.com/dashboards/4584380f-1dcf-43ff-b174-beb56a9a51ea?p-_startTime=30days&amp;p-_endTime=now&amp;p-_env=v-eastus2&amp;p-_env=v-swedencentral&amp;tile=d24ef970-b3cd-4383-9e17-6ec5099ab134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P95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004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https://dataexplorer.azure.com/dashboards/4584380f-1dcf-43ff-b174-beb56a9a51ea?p-_startTime=30days&amp;p-_endTime=now&amp;p-_env=v-eastus2&amp;p-_env=v-swedencentral&amp;tile=5bf7b1d4-63e0-4af6-8f26-7d0f4297412a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P99 TTFB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52044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https://dataexplorer.azure.com/dashboards/4584380f-1dcf-43ff-b174-beb56a9a51ea?p-_startTime=30days&amp;p-_endTime=now&amp;p-_env=v-eastus2&amp;p-_env=v-swedencentral&amp;tile=c1c9cc13-1713-43b4-b0ed-36d94d192c0c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Success Rate (Overall)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8404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https://dataexplorer.azure.com/dashboards/4584380f-1dcf-43ff-b174-beb56a9a51ea?p-_startTime=30days&amp;p-_endTime=now&amp;p-_env=v-eastus2&amp;p-_env=v-swedencentral&amp;tile=20253c74-5866-4fa1-bf3c-d62c65ab710e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Success Rate (Daily)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1605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https://dataexplorer.azure.com/dashboards/4584380f-1dcf-43ff-b174-beb56a9a51ea?p-_startTime=30days&amp;p-_endTime=now&amp;p-_env=v-eastus2&amp;p-_env=v-swedencentral&amp;tile=2e6b6b6c-dafc-41ed-9113-70f243c8dece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5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Success Rate (Region)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480559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https://dataexplorer.azure.com/dashboards/4584380f-1dcf-43ff-b174-beb56a9a51ea?p-_startTime=30days&amp;p-_endTime=now&amp;p-_env=v-eastus2&amp;p-_env=v-swedencentral&amp;tile=bd391155-bdda-44f0-9195-b4d47e382277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</a:defRPr>
            </a:pPr>
            <a:r>
              <a:t>Methodology Notes: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CCCCCC"/>
                </a:solidFill>
              </a:defRPr>
            </a:pPr>
            <a:r>
              <a:t>• NG data: UnionOfAllLogs("Vienna", "requests") — app == "hephaestus-agent"</a:t>
            </a:r>
          </a:p>
          <a:p>
            <a:pPr algn="l">
              <a:defRPr sz="1000">
                <a:solidFill>
                  <a:srgbClr val="CCCCCC"/>
                </a:solidFill>
              </a:defRPr>
            </a:pPr>
            <a:r>
              <a:t>• V2 data: UnionOfAllLogs("Vienna", "traces") — message contains "AgentId=triage"</a:t>
            </a:r>
          </a:p>
          <a:p>
            <a:pPr algn="l">
              <a:defRPr sz="1000">
                <a:solidFill>
                  <a:srgbClr val="CCCCCC"/>
                </a:solidFill>
              </a:defRPr>
            </a:pPr>
            <a:r>
              <a:t>• Regions: eastus2, swedencentral  |  Period: 30 days</a:t>
            </a:r>
          </a:p>
          <a:p>
            <a:pPr algn="l">
              <a:defRPr sz="1000">
                <a:solidFill>
                  <a:srgbClr val="CCCCCC"/>
                </a:solidFill>
              </a:defRPr>
            </a:pPr>
            <a:r>
              <a:t>• Success rate: Per-region data from tile bd391155, weighted 83% EUS2 + 17% SC</a:t>
            </a:r>
          </a:p>
          <a:p>
            <a:pPr algn="l">
              <a:defRPr sz="1000">
                <a:solidFill>
                  <a:srgbClr val="CCCCCC"/>
                </a:solidFill>
              </a:defRPr>
            </a:pPr>
            <a:r>
              <a:t>• Full KQL queries available in companion Word document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Appendix: Pending Analysis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</a:defRPr>
            </a:pPr>
            <a:r>
              <a:t>1.  User Retention — New vs Returning Users (Daily)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let allActivity = UnionOfAllLogs("Vienna", "requests")</a:t>
            </a:r>
            <a:br/>
            <a:r>
              <a:t>  | where operation_Name in ("POST Hephaestus/ColdStart","POST Hephaestus/ChatStream")</a:t>
            </a:r>
            <a:br/>
            <a:r>
              <a:t>  | where PreciseTimeStamp &gt;= _startTime and ... &lt;= _endTime and env in (_env)</a:t>
            </a:r>
            <a:br/>
            <a:r>
              <a:t>  | where app == "hephaestus-agent" | project user_Id, day=bin(timestamp,1d);</a:t>
            </a:r>
            <a:br/>
            <a:r>
              <a:t>let firstSeen = allActivity | summarize firstDay=min(day) by user_Id;</a:t>
            </a:r>
            <a:br/>
            <a:r>
              <a:t>allActivity | distinct user_Id, day | join kind=inner firstSeen on user_Id</a:t>
            </a:r>
            <a:br/>
            <a:r>
              <a:t>| extend userType = iff(day == firstDay, "New", "Returning")</a:t>
            </a:r>
            <a:br/>
            <a:r>
              <a:t>| summarize New=dcountif(user_Id, userType=="New"),</a:t>
            </a:r>
            <a:br/>
            <a:r>
              <a:t>    Returning=dcountif(user_Id, userType=="Returning") by day</a:t>
            </a:r>
            <a:br/>
            <a:r>
              <a:t>| extend NewPct=round(todouble(New)/todouble(New+Returning)*100,1) | order by day asc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</a:defRPr>
            </a:pPr>
            <a:r>
              <a:t>2.  % of NG Users vs Total AskAI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77639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let ngUsers = toscalar(UnionOfAllLogs("Vienna", "requests")</a:t>
            </a:r>
            <a:br/>
            <a:r>
              <a:t>  | where operation_Name in ("POST Hephaestus/ColdStart","POST Hephaestus/ChatStream")</a:t>
            </a:r>
            <a:br/>
            <a:r>
              <a:t>  | where PreciseTimeStamp &gt;= _startTime and ... &lt;= _endTime and env in (_env)</a:t>
            </a:r>
            <a:br/>
            <a:r>
              <a:t>  | where app == "hephaestus-agent" | summarize dcount(user_Id));</a:t>
            </a:r>
            <a:br/>
            <a:r>
              <a:t>let askAIUsers = toscalar(UnionOfAllLogs("Vienna", "requests")</a:t>
            </a:r>
            <a:br/>
            <a:r>
              <a:t>  | where PreciseTimeStamp &gt;= _startTime and ... &lt;= _endTime and env in (_env)</a:t>
            </a:r>
            <a:br/>
            <a:r>
              <a:t>  | where app == "hephaestus-agent" | summarize dcount(user_Id));</a:t>
            </a:r>
            <a:br/>
            <a:r>
              <a:t>print NGUsers=ngUsers, AskAIUsers=askAIUsers,</a:t>
            </a:r>
            <a:br/>
            <a:r>
              <a:t>  PctOfAskAI = round(todouble(ngUsers)/todouble(askAIUsers)*100,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</a:defRPr>
            </a:pPr>
            <a:r>
              <a:t>⚠️  Run these queries in the live dashboard and share results to update this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